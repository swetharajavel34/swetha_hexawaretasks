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3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61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84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35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10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84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5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5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47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9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1436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11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156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416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099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39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9551A-84CD-42BC-BED5-F59BDB64E3E7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A82D4C8-6162-45F6-9DC9-5B11A0A05B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47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11EF-90F8-CAE9-C174-CE6859DF0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8197" y="1620748"/>
            <a:ext cx="9144000" cy="2387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04004-4EC3-BE1B-AF4C-8A5A0281B8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51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7A14-E2F0-83DC-DB42-7C498A23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705BD8-4352-A1B4-C9C1-7A254BFAA7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557" y="1064331"/>
            <a:ext cx="10833243" cy="257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the delivery of computing services (like servers, storage, databases, networking, software) over the internet ("the cloud").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access and store data remotely, ensuring scalability, flexibility, and cost savings. </a:t>
            </a:r>
          </a:p>
        </p:txBody>
      </p:sp>
    </p:spTree>
    <p:extLst>
      <p:ext uri="{BB962C8B-B14F-4D97-AF65-F5344CB8AC3E}">
        <p14:creationId xmlns:p14="http://schemas.microsoft.com/office/powerpoint/2010/main" val="203443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E4BC-E39B-2C97-920D-31AE8E4A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CLOUDS CLOUD PROVIDERS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5BFF22-DB1C-AA70-4290-F0FAF3DC4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388" y="251438"/>
            <a:ext cx="11659987" cy="3307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Cloud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Services offered over the internet by third-party providers (e.g., AWS, Azure, Google Cloud).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Cloud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Exclusive cloud environment owned by a single organization.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Cloud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Combination of public and private clouds, offering flexibility.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8221D9-37DF-03CC-7F8B-3F3594171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188" y="3667585"/>
            <a:ext cx="4580723" cy="28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4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B5A7-A221-9190-9782-0F8A3345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DAD5B-8E99-40E4-6FC1-1DBE15ED0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862" y="982894"/>
            <a:ext cx="8915400" cy="3777622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PROVIDERS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(AWS), Microsoft Azure, Google Cloud Platform (GCP)​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6E3CC-CD3C-2DD7-957A-E125D76D6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524" y="2725293"/>
            <a:ext cx="4631076" cy="31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4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B061-D2FA-9EE1-8424-4A9663FA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MODEL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0C518-96E6-4EE0-6B4B-BB678D35D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652" y="1650715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model in cloud computing is a way of delivering computing services. It defines the level of control, management, and responsibility that the user has over the cloud resources.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9400F-21D3-6B64-5D39-D9E2F3E10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617" y="2677842"/>
            <a:ext cx="5381946" cy="403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5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6699C-E171-810B-4614-51A00A2F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SERVICES: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907194-B887-E194-2681-E41210713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5041" y="1559979"/>
            <a:ext cx="11830675" cy="2691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IaaS (Infrastructure as a Service)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Provides virtualized computing resources over the internet.</a:t>
            </a:r>
          </a:p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PaaS (Platform as a Service)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Offers a platform allowing customers to develop, run, and manage applications.</a:t>
            </a:r>
          </a:p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SaaS (Software as a Service)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Delivers software applications over the internet, on a subscription basis. </a:t>
            </a:r>
          </a:p>
        </p:txBody>
      </p:sp>
    </p:spTree>
    <p:extLst>
      <p:ext uri="{BB962C8B-B14F-4D97-AF65-F5344CB8AC3E}">
        <p14:creationId xmlns:p14="http://schemas.microsoft.com/office/powerpoint/2010/main" val="326059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0DE4-8CF2-EC9D-3784-6608132F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D359F8-08E4-43A4-347F-CF312BF34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367" y="580152"/>
            <a:ext cx="8527550" cy="569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37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C56B-EE67-BB9D-2C8D-234CE14F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5B339D-9CE9-39E7-BE3B-13E903F8C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9767" y="1240085"/>
            <a:ext cx="6811561" cy="48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619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</TotalTime>
  <Words>221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Wisp</vt:lpstr>
      <vt:lpstr>CLOUD COMPUTING</vt:lpstr>
      <vt:lpstr>DEFINITION:</vt:lpstr>
      <vt:lpstr>TYPES OF CLOUDS CLOUD PROVIDERS</vt:lpstr>
      <vt:lpstr>PowerPoint Presentation</vt:lpstr>
      <vt:lpstr>SERVICE MODEL:</vt:lpstr>
      <vt:lpstr>TYPES OF SERVICES: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Rajavel</dc:creator>
  <cp:lastModifiedBy>Swetha Rajavel</cp:lastModifiedBy>
  <cp:revision>1</cp:revision>
  <dcterms:created xsi:type="dcterms:W3CDTF">2024-10-16T04:38:32Z</dcterms:created>
  <dcterms:modified xsi:type="dcterms:W3CDTF">2024-10-16T04:58:25Z</dcterms:modified>
</cp:coreProperties>
</file>